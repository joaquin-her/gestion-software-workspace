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9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57200"/>
            <a:ext cx="9144000" cy="18288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73152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Matriz de Riesgos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457200" y="15544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Proyecto Appointa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32004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BD5E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Análisis de Riesgos y Puntos Críticos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91440" cy="54864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5720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Riesgos Críticos (Exposición Alta)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3886200" cy="2743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38100" dir="27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371600"/>
            <a:ext cx="3886200" cy="9144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64592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Coordinación del Equipo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40080" y="2103120"/>
            <a:ext cx="35204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475569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Problema:</a:t>
            </a:r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 Dificultad para coordinar reuniones con los 6 integrantes debido a horarios por trabajos de medio tiempo.
</a:t>
            </a:r>
            <a:pPr indent="0" marL="0">
              <a:buNone/>
            </a:pPr>
            <a:r>
              <a:rPr lang="en-US" sz="1400" b="1" dirty="0">
                <a:solidFill>
                  <a:srgbClr val="475569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Área:</a:t>
            </a:r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 Gestión del Proyecto
</a:t>
            </a:r>
            <a:pPr indent="0" marL="0">
              <a:buNone/>
            </a:pPr>
            <a:r>
              <a:rPr lang="en-US" sz="1400" b="1" dirty="0">
                <a:solidFill>
                  <a:srgbClr val="475569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Impacto:</a:t>
            </a:r>
            <a:pPr indent="0" marL="0">
              <a:buNone/>
            </a:pPr>
            <a:r>
              <a:rPr lang="en-US" sz="1400" b="1" dirty="0">
                <a:solidFill>
                  <a:srgbClr val="DC262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 Alto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800600" y="1371600"/>
            <a:ext cx="3886200" cy="2743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38100" dir="27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800600" y="1371600"/>
            <a:ext cx="3886200" cy="9144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0" name="Text 8"/>
          <p:cNvSpPr/>
          <p:nvPr/>
        </p:nvSpPr>
        <p:spPr>
          <a:xfrm>
            <a:off x="4983480" y="164592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Complejidad de la Plataforma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4983480" y="2103120"/>
            <a:ext cx="35204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475569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Problema:</a:t>
            </a:r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 Complejidad subestimada en el desarrollo de la plataforma de gestión de turnos con modelo de membresías.
</a:t>
            </a:r>
            <a:pPr indent="0" marL="0">
              <a:buNone/>
            </a:pPr>
            <a:r>
              <a:rPr lang="en-US" sz="1400" b="1" dirty="0">
                <a:solidFill>
                  <a:srgbClr val="475569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Área:</a:t>
            </a:r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 Gestión del Proyecto
</a:t>
            </a:r>
            <a:pPr indent="0" marL="0">
              <a:buNone/>
            </a:pPr>
            <a:r>
              <a:rPr lang="en-US" sz="1400" b="1" dirty="0">
                <a:solidFill>
                  <a:srgbClr val="475569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Impacto:</a:t>
            </a:r>
            <a:pPr indent="0" marL="0">
              <a:buNone/>
            </a:pPr>
            <a:r>
              <a:rPr lang="en-US" sz="1400" b="1" dirty="0">
                <a:solidFill>
                  <a:srgbClr val="DC262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 Alto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91440" cy="548640"/>
          </a:xfrm>
          <a:prstGeom prst="rect">
            <a:avLst/>
          </a:prstGeom>
          <a:solidFill>
            <a:srgbClr val="EAB308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5720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Riesgos Moderados (Exposición Media)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2560320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371600"/>
            <a:ext cx="2560320" cy="9144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55448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Técnico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48640" y="2011680"/>
            <a:ext cx="237744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300" b="1" dirty="0">
                <a:solidFill>
                  <a:srgbClr val="33415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Inconsistencia de código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Por falta de estandarización entre 6 devs.
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b="1" dirty="0">
                <a:solidFill>
                  <a:srgbClr val="33415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Excesiva dependencia de IA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Sin comprensión profunda del código.
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b="1" dirty="0">
                <a:solidFill>
                  <a:srgbClr val="33415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Problemas en demos vivas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Fallos durante las defensas semanales.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291840" y="1371600"/>
            <a:ext cx="2560320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91840" y="1371600"/>
            <a:ext cx="2560320" cy="9144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0" name="Text 8"/>
          <p:cNvSpPr/>
          <p:nvPr/>
        </p:nvSpPr>
        <p:spPr>
          <a:xfrm>
            <a:off x="3383280" y="155448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Recursos Humanos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3383280" y="2011680"/>
            <a:ext cx="237744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300" b="1" dirty="0">
                <a:solidFill>
                  <a:srgbClr val="33415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Falta de experiencia ágil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El equipo no ha trabajado junto bajo este marco.
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b="1" dirty="0">
                <a:solidFill>
                  <a:srgbClr val="33415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Agotamiento del equipo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Por carga académica combinada con part-time.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126480" y="1371600"/>
            <a:ext cx="2560320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126480" y="1371600"/>
            <a:ext cx="2560320" cy="9144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4" name="Text 12"/>
          <p:cNvSpPr/>
          <p:nvPr/>
        </p:nvSpPr>
        <p:spPr>
          <a:xfrm>
            <a:off x="6217920" y="155448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Académico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217920" y="2011680"/>
            <a:ext cx="237744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300" b="1" dirty="0">
                <a:solidFill>
                  <a:srgbClr val="33415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Falta de preparación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Para defensas semanales debido a la presión y poco tiempo.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91440" cy="54864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5720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Planes de Respuesta y Contingencia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822960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371600"/>
            <a:ext cx="45720" cy="146304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46304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Riesgo Crítico: Coordinación del Equipo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40080" y="1920240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Plan de Respuesta: </a:t>
            </a:r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Establecer comunicación asíncrona robusta, minutas obligatorias en Daily y seguimiento riguroso de tareas.
</a:t>
            </a:r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Plan de Contingencia: </a:t>
            </a:r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Grabar reuniones clave; sistema de votación asíncrona para decisiones críticas si no hay quorum.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3108960"/>
            <a:ext cx="822960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3108960"/>
            <a:ext cx="45720" cy="146304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320040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Riesgo Crítico: Complejidad de la Plataforma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40080" y="3657600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Plan de Respuesta: </a:t>
            </a:r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Desarrollo iterativo priorizando el MVP; estandarización de arquitectura y buenas prácticas desde el Día 1.
</a:t>
            </a:r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Plan de Contingencia: </a:t>
            </a:r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Reducción del alcance del MVP (ej. posponer sistema de membresías complejas) y usar tecnologías de confort.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Matriz de Riesgos - Appointa</dc:title>
  <dc:subject>PptxGenJS Presentation</dc:subject>
  <dc:creator>AI Assistant</dc:creator>
  <cp:lastModifiedBy>AI Assistant</cp:lastModifiedBy>
  <cp:revision>1</cp:revision>
  <dcterms:created xsi:type="dcterms:W3CDTF">2026-05-06T20:04:55Z</dcterms:created>
  <dcterms:modified xsi:type="dcterms:W3CDTF">2026-05-06T20:04:55Z</dcterms:modified>
</cp:coreProperties>
</file>