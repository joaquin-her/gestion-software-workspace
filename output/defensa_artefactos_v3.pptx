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"/>
  </p:notesMasterIdLst>
  <p:sldIdLst>
    <p:sldId id="285" r:id="rId2"/>
    <p:sldId id="286" r:id="rId3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ns3:slidesCustomData xmlns:ns3="http://customooxmlschemas.google.com/" xmlns="" r:id="rId35" roundtripDataSignature="AMtx7mgouSkJBU+veZXOJ+xaFq3CtIXI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7898E4F-D351-49F4-AB3A-22A79A5EF6B2}">
  <a:tblStyle styleId="{87898E4F-D351-49F4-AB3A-22A79A5EF6B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E4D8494C-CF83-4609-AAC6-5C900FBBA10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5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53D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4B0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320040" y="73152"/>
            <a:ext cx="8503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· Cronograma del Proyecto — Sprints 1 a 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1" name="Google Shape;191;p10"/>
          <p:cNvGraphicFramePr/>
          <p:nvPr/>
        </p:nvGraphicFramePr>
        <p:xfrm>
          <a:off x="1461715" y="684518"/>
          <a:ext cx="6220550" cy="4091925"/>
        </p:xfrm>
        <a:graphic>
          <a:graphicData uri="http://schemas.openxmlformats.org/drawingml/2006/table">
            <a:tbl>
              <a:tblPr>
                <a:noFill/>
                <a:tableStyleId>{87898E4F-D351-49F4-AB3A-22A79A5EF6B2}</a:tableStyleId>
              </a:tblPr>
              <a:tblGrid>
                <a:gridCol w="311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0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8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y Fases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3D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Detalle de Entregables e Hitos Principales</a:t>
                      </a:r>
                      <a:endParaRPr sz="11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3D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A8D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6B7A8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1
(Fase 1)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1A2E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 y User Base (Registro, verificación, edición de perfil). Agenda y Servicios Base (Días laborables, franjas horarias, creación de servicios y capacidades).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A8D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6B7A8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2
(Fase 1)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1A2E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 y Perfil (Registro WhatsApp, link público, Redes Sociales). Premium (Sincronización Google Calendar, habilitación de cobro de señas).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A8D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6B7A8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3
(Fase 1 y 2)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1A2E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 (Login OAuth Google). Dashboard y Booking Base (Vista de próximos turnos, alertas, navegación del calendario, filtros de servicios y favoritos).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8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A8D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6B7A8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4
(Fase 2 y 3)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1A2E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Flujo Booking (Selección de franja, confirmación y formularios personalizados). Panel de Gestión (Reprogramar, cancelar, historial de señas, notificaciones email).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8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A8D"/>
                        </a:buClr>
                        <a:buSzPts val="1000"/>
                        <a:buFont typeface="Calibri"/>
                        <a:buNone/>
                      </a:pP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4A"/>
                        </a:buClr>
                        <a:buSzPts val="1000"/>
                        <a:buFont typeface="Calibri"/>
                        <a:buNone/>
                      </a:pP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53D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4B0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320040" y="73152"/>
            <a:ext cx="8503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· Cronograma del Proyecto — Sprints 5 a 7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1" name="Google Shape;191;p10"/>
          <p:cNvGraphicFramePr/>
          <p:nvPr/>
        </p:nvGraphicFramePr>
        <p:xfrm>
          <a:off x="1461715" y="684518"/>
          <a:ext cx="6220550" cy="4091925"/>
        </p:xfrm>
        <a:graphic>
          <a:graphicData uri="http://schemas.openxmlformats.org/drawingml/2006/table">
            <a:tbl>
              <a:tblPr>
                <a:noFill/>
                <a:tableStyleId>{87898E4F-D351-49F4-AB3A-22A79A5EF6B2}</a:tableStyleId>
              </a:tblPr>
              <a:tblGrid>
                <a:gridCol w="311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0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8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y Fases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3D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Detalle de Entregables e Hitos Principales</a:t>
                      </a:r>
                      <a:endParaRPr sz="11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3D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A8D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6B7A8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5
(Fase 3 y 4)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1A2E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Turnos y Cliente (Link Zoom, asistencia, historial y notas internas). Premium (Recordatorios WhatsApp 24hs, rembolsos, creación de perfiles Staff e invitación).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A8D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6B7A8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6
(Fase 4 y 5)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1A2E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Staff y Admin Premium (Link global del local, roles, asignación de horarios por empleado). Suscripciones Premium (Upgrade/Baja). Monitoreo de Agenda Global.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A8D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6B7A8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7
(Fase 5)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1A2E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Métricas y Data Premium (Ingresos estimados, servicios más populares, rendimiento por profesional, exportación mensual a Excel). Gestión Global (Reasignación y turnos manuales).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8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A8D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6B7A8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Resumen
General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1A2E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99 Tickets estimados en 291 Story Points (Velocidad prom: ~41 SP/Sprint). Abordaje modular para habilitar la paralelización de Fases.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8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A8D"/>
                        </a:buClr>
                        <a:buSzPts val="1000"/>
                        <a:buFont typeface="Calibri"/>
                        <a:buNone/>
                      </a:pP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4A"/>
                        </a:buClr>
                        <a:buSzPts val="1000"/>
                        <a:buFont typeface="Calibri"/>
                        <a:buNone/>
                      </a:pP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</Words>
  <Application>Microsoft Office PowerPoint</Application>
  <PresentationFormat>Presentación en pantalla (16:9)</PresentationFormat>
  <Paragraphs>22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Facundo Sorasio</cp:lastModifiedBy>
  <cp:revision>1</cp:revision>
  <dcterms:created xsi:type="dcterms:W3CDTF">2026-04-13T21:12:59Z</dcterms:created>
  <dcterms:modified xsi:type="dcterms:W3CDTF">2026-05-06T20:46:12Z</dcterms:modified>
</cp:coreProperties>
</file>